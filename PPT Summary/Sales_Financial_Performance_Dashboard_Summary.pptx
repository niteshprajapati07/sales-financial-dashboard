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6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9086-4851-42CE-9B46-2E7F36B8F68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D3D3-344A-484A-8904-FA6ADE46C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52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9086-4851-42CE-9B46-2E7F36B8F68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D3D3-344A-484A-8904-FA6ADE46C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122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9086-4851-42CE-9B46-2E7F36B8F68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D3D3-344A-484A-8904-FA6ADE46C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623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9086-4851-42CE-9B46-2E7F36B8F68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D3D3-344A-484A-8904-FA6ADE46C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504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9086-4851-42CE-9B46-2E7F36B8F68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D3D3-344A-484A-8904-FA6ADE46C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570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9086-4851-42CE-9B46-2E7F36B8F68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D3D3-344A-484A-8904-FA6ADE46C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476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9086-4851-42CE-9B46-2E7F36B8F68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D3D3-344A-484A-8904-FA6ADE46C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092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9086-4851-42CE-9B46-2E7F36B8F68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D3D3-344A-484A-8904-FA6ADE46C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583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9086-4851-42CE-9B46-2E7F36B8F68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D3D3-344A-484A-8904-FA6ADE46C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300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9086-4851-42CE-9B46-2E7F36B8F68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D3D3-344A-484A-8904-FA6ADE46C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336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9086-4851-42CE-9B46-2E7F36B8F68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D3D3-344A-484A-8904-FA6ADE46CAD4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61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9086-4851-42CE-9B46-2E7F36B8F68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D3D3-344A-484A-8904-FA6ADE46C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1051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9086-4851-42CE-9B46-2E7F36B8F68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D3D3-344A-484A-8904-FA6ADE46CAD4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3163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9086-4851-42CE-9B46-2E7F36B8F68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D3D3-344A-484A-8904-FA6ADE46C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66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9086-4851-42CE-9B46-2E7F36B8F68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D3D3-344A-484A-8904-FA6ADE46C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56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9086-4851-42CE-9B46-2E7F36B8F68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1D3D3-344A-484A-8904-FA6ADE46C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C9086-4851-42CE-9B46-2E7F36B8F681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761D3D3-344A-484A-8904-FA6ADE46C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450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  <p:sldLayoutId id="2147483906" r:id="rId10"/>
    <p:sldLayoutId id="2147483907" r:id="rId11"/>
    <p:sldLayoutId id="2147483908" r:id="rId12"/>
    <p:sldLayoutId id="2147483909" r:id="rId13"/>
    <p:sldLayoutId id="2147483910" r:id="rId14"/>
    <p:sldLayoutId id="2147483911" r:id="rId15"/>
    <p:sldLayoutId id="21474839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9B126-F97A-4EAD-9D8B-4D194D213C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IN" sz="4000" b="1" dirty="0"/>
              <a:t>Sales &amp; Financial Performance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A3E90-B3B5-46B5-9C80-962030C82A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6"/>
            <a:ext cx="7766936" cy="1892767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/>
              <a:t>Dashboard Design: </a:t>
            </a:r>
            <a:r>
              <a:rPr lang="en-US" sz="2000" dirty="0"/>
              <a:t>Interactive Business Intelligence Dashboard</a:t>
            </a:r>
          </a:p>
          <a:p>
            <a:pPr algn="just"/>
            <a:r>
              <a:rPr lang="en-US" sz="2000" b="1" dirty="0"/>
              <a:t>Tool: </a:t>
            </a:r>
            <a:r>
              <a:rPr lang="en-US" sz="2000" dirty="0"/>
              <a:t>Microsoft Power BI</a:t>
            </a:r>
          </a:p>
          <a:p>
            <a:pPr algn="just"/>
            <a:r>
              <a:rPr lang="en-US" sz="2000" b="1" dirty="0"/>
              <a:t>Dataset: </a:t>
            </a:r>
            <a:r>
              <a:rPr lang="en-US" sz="2000" dirty="0"/>
              <a:t>Sales Financial Datasets</a:t>
            </a:r>
          </a:p>
          <a:p>
            <a:pPr algn="just"/>
            <a:r>
              <a:rPr lang="en-US" sz="2000" b="1" dirty="0"/>
              <a:t>Prepared by: </a:t>
            </a:r>
            <a:r>
              <a:rPr lang="en-US" sz="2000" dirty="0"/>
              <a:t>[Nitesh Prajapati]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79504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98D94-E67F-4F33-AEF4-8BCB91D10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2F082-0F80-49BE-8801-E100E2C3C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774" y="1930400"/>
            <a:ext cx="8596668" cy="388077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The objective of this project is to design an interactive dashboard that provides business stakeholders with a clear and comprehensive overview of sales and financial performance.</a:t>
            </a:r>
          </a:p>
          <a:p>
            <a:pPr algn="just"/>
            <a:r>
              <a:rPr lang="en-US" b="1" dirty="0"/>
              <a:t>Key Objectives</a:t>
            </a:r>
          </a:p>
          <a:p>
            <a:pPr algn="just"/>
            <a:r>
              <a:rPr lang="en-US" dirty="0"/>
              <a:t>• Monitor Total Sales and Net Profit</a:t>
            </a:r>
          </a:p>
          <a:p>
            <a:pPr algn="just"/>
            <a:r>
              <a:rPr lang="en-US" dirty="0"/>
              <a:t>• Analyze Profit Margin and Units Sold</a:t>
            </a:r>
          </a:p>
          <a:p>
            <a:pPr algn="just"/>
            <a:r>
              <a:rPr lang="en-US" dirty="0"/>
              <a:t>• Compare Actual Sales with Budget Sales</a:t>
            </a:r>
          </a:p>
          <a:p>
            <a:pPr algn="just"/>
            <a:r>
              <a:rPr lang="en-US" dirty="0"/>
              <a:t>• Track Sales Performance Over Time</a:t>
            </a:r>
          </a:p>
          <a:p>
            <a:pPr algn="just"/>
            <a:r>
              <a:rPr lang="en-US" dirty="0"/>
              <a:t>• Identify Top-Performing Products</a:t>
            </a:r>
          </a:p>
          <a:p>
            <a:pPr algn="just"/>
            <a:r>
              <a:rPr lang="en-US" dirty="0"/>
              <a:t>• Analyze Department Performance</a:t>
            </a:r>
          </a:p>
          <a:p>
            <a:pPr algn="just"/>
            <a:r>
              <a:rPr lang="en-US" dirty="0"/>
              <a:t>• Understand Customer Segment Contribution</a:t>
            </a:r>
          </a:p>
          <a:p>
            <a:pPr algn="just"/>
            <a:r>
              <a:rPr lang="en-US" dirty="0"/>
              <a:t>• Provide Interactive Filtering using Slicers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5638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19460E-7B50-4935-A34B-D81DF3618011}"/>
              </a:ext>
            </a:extLst>
          </p:cNvPr>
          <p:cNvSpPr txBox="1"/>
          <p:nvPr/>
        </p:nvSpPr>
        <p:spPr>
          <a:xfrm>
            <a:off x="0" y="191478"/>
            <a:ext cx="7863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Interactive Sales &amp; Financial Performance Dashboard</a:t>
            </a:r>
            <a:endParaRPr lang="en-IN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8E4BD0-7F3C-4A53-B231-6B2EA056A7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3143"/>
            <a:ext cx="12192000" cy="52120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A83131-C00E-4247-B957-4ACB16E72E89}"/>
              </a:ext>
            </a:extLst>
          </p:cNvPr>
          <p:cNvSpPr txBox="1"/>
          <p:nvPr/>
        </p:nvSpPr>
        <p:spPr>
          <a:xfrm>
            <a:off x="0" y="586522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dashboard integrates KPI cards, time-series analysis, product performance, department analysis, customer segmentation, budget comparison, and interactive slicers to support data-driven business decisions.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4894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D5EC4-C6FA-4A48-811C-9E12D0DEB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Performance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B5E1C-DC1C-4B34-8E9F-2EF2655D7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897" y="4389120"/>
            <a:ext cx="6900620" cy="185927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KPI Interpretation</a:t>
            </a:r>
          </a:p>
          <a:p>
            <a:pPr algn="just"/>
            <a:r>
              <a:rPr lang="en-US" dirty="0"/>
              <a:t>The business generated approximately $1.32B in sales and $262.20M in net profit, resulting in a profit margin of approximately 20%. Actual sales are slightly below the budget target of $1.33B, resulting in a negative sales variance of approximately $12.43M.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BBD63B-E9DA-49CB-8546-C9F974AF3B83}"/>
              </a:ext>
            </a:extLst>
          </p:cNvPr>
          <p:cNvSpPr/>
          <p:nvPr/>
        </p:nvSpPr>
        <p:spPr>
          <a:xfrm>
            <a:off x="809897" y="1489166"/>
            <a:ext cx="1894114" cy="11625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TOTAL SALES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$1.32B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2E6B35-92A9-4935-A445-BDCBCA75E849}"/>
              </a:ext>
            </a:extLst>
          </p:cNvPr>
          <p:cNvSpPr/>
          <p:nvPr/>
        </p:nvSpPr>
        <p:spPr>
          <a:xfrm>
            <a:off x="2917998" y="1489166"/>
            <a:ext cx="2510544" cy="11625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TOTAL NET PROFIT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$262.20M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84487B-E886-4701-84CC-C12EC0FB0FA6}"/>
              </a:ext>
            </a:extLst>
          </p:cNvPr>
          <p:cNvSpPr/>
          <p:nvPr/>
        </p:nvSpPr>
        <p:spPr>
          <a:xfrm>
            <a:off x="5816403" y="1471749"/>
            <a:ext cx="1894114" cy="11625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PROFIT MARGIN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20.0%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03C5ACB-32CB-4B9B-9781-683F73FECB5B}"/>
              </a:ext>
            </a:extLst>
          </p:cNvPr>
          <p:cNvSpPr/>
          <p:nvPr/>
        </p:nvSpPr>
        <p:spPr>
          <a:xfrm>
            <a:off x="809897" y="2809966"/>
            <a:ext cx="1894114" cy="11625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UNITS SOLD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53K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614AE6-8D18-4B32-917C-C6240F0E502C}"/>
              </a:ext>
            </a:extLst>
          </p:cNvPr>
          <p:cNvSpPr/>
          <p:nvPr/>
        </p:nvSpPr>
        <p:spPr>
          <a:xfrm>
            <a:off x="2917998" y="2816497"/>
            <a:ext cx="1894114" cy="11625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BUDGET SALES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$1.33B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D01106F-2731-471F-B576-C6ADDB9D1038}"/>
              </a:ext>
            </a:extLst>
          </p:cNvPr>
          <p:cNvSpPr/>
          <p:nvPr/>
        </p:nvSpPr>
        <p:spPr>
          <a:xfrm>
            <a:off x="5026099" y="2805612"/>
            <a:ext cx="2684418" cy="11625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SALES VARIANCE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-$12.43M</a:t>
            </a:r>
          </a:p>
        </p:txBody>
      </p:sp>
    </p:spTree>
    <p:extLst>
      <p:ext uri="{BB962C8B-B14F-4D97-AF65-F5344CB8AC3E}">
        <p14:creationId xmlns:p14="http://schemas.microsoft.com/office/powerpoint/2010/main" val="2087562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834DE-3F87-4F4F-8D24-0B355147A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44434"/>
          </a:xfrm>
        </p:spPr>
        <p:txBody>
          <a:bodyPr/>
          <a:lstStyle/>
          <a:p>
            <a:r>
              <a:rPr lang="en-IN" dirty="0"/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F0BC7-8AAD-4B60-8548-08F7B4682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2229"/>
            <a:ext cx="8596668" cy="5055325"/>
          </a:xfrm>
        </p:spPr>
        <p:txBody>
          <a:bodyPr>
            <a:noAutofit/>
          </a:bodyPr>
          <a:lstStyle/>
          <a:p>
            <a:pPr algn="just"/>
            <a:r>
              <a:rPr lang="en-US" sz="1400" dirty="0"/>
              <a:t>1. Overall Sales Performance</a:t>
            </a:r>
          </a:p>
          <a:p>
            <a:pPr algn="just"/>
            <a:r>
              <a:rPr lang="en-US" sz="1400" dirty="0"/>
              <a:t>Total sales reached approximately $1.32B, indicating strong overall revenue generation.</a:t>
            </a:r>
          </a:p>
          <a:p>
            <a:pPr algn="just"/>
            <a:r>
              <a:rPr lang="en-US" sz="1400" dirty="0"/>
              <a:t>2. Profitability</a:t>
            </a:r>
          </a:p>
          <a:p>
            <a:pPr algn="just"/>
            <a:r>
              <a:rPr lang="en-US" sz="1400" dirty="0"/>
              <a:t>The business generated approximately $262.20M in net profit with a profit margin of around 20%.</a:t>
            </a:r>
          </a:p>
          <a:p>
            <a:pPr algn="just"/>
            <a:r>
              <a:rPr lang="en-US" sz="1400" dirty="0"/>
              <a:t>3. Budget Performance</a:t>
            </a:r>
          </a:p>
          <a:p>
            <a:pPr algn="just"/>
            <a:r>
              <a:rPr lang="en-US" sz="1400" dirty="0"/>
              <a:t>Actual sales are slightly below the budget target, resulting in a negative variance of approximately $12.43M.</a:t>
            </a:r>
          </a:p>
          <a:p>
            <a:pPr algn="just"/>
            <a:r>
              <a:rPr lang="en-US" sz="1400" dirty="0"/>
              <a:t>4. Product Performance</a:t>
            </a:r>
          </a:p>
          <a:p>
            <a:pPr algn="just"/>
            <a:r>
              <a:rPr lang="en-US" sz="1400" dirty="0"/>
              <a:t>The product analysis helps identify products contributing significantly to overall sales and profitability.</a:t>
            </a:r>
          </a:p>
          <a:p>
            <a:pPr algn="just"/>
            <a:r>
              <a:rPr lang="en-US" sz="1400" dirty="0"/>
              <a:t>5. Customer Segment Performance</a:t>
            </a:r>
          </a:p>
          <a:p>
            <a:pPr algn="just"/>
            <a:r>
              <a:rPr lang="en-US" sz="1400" dirty="0"/>
              <a:t>The dashboard allows stakeholders to compare revenue contribution across Consumer, Corporate, and Small Business segments.</a:t>
            </a:r>
          </a:p>
          <a:p>
            <a:pPr algn="just"/>
            <a:r>
              <a:rPr lang="en-US" sz="1400" dirty="0"/>
              <a:t>6. Time-Based Performance</a:t>
            </a:r>
          </a:p>
          <a:p>
            <a:pPr algn="just"/>
            <a:r>
              <a:rPr lang="en-US" sz="1400" dirty="0"/>
              <a:t>The sales trend and monthly growth analysis help stakeholders understand changes in business performance over time.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652411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DC992-296F-4AB3-A69F-F66DE1427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3623"/>
          </a:xfrm>
        </p:spPr>
        <p:txBody>
          <a:bodyPr/>
          <a:lstStyle/>
          <a:p>
            <a:r>
              <a:rPr lang="en-IN" dirty="0"/>
              <a:t>Tools, Dashboard Features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24FE1-AAAE-4962-A30B-328C4E6FC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93223"/>
            <a:ext cx="8596668" cy="55647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Tools Used</a:t>
            </a:r>
          </a:p>
          <a:p>
            <a:pPr marL="0" indent="0">
              <a:buNone/>
            </a:pPr>
            <a:r>
              <a:rPr lang="en-US" sz="1200" dirty="0"/>
              <a:t>Microsoft Power BI</a:t>
            </a:r>
          </a:p>
          <a:p>
            <a:pPr marL="0" indent="0">
              <a:buNone/>
            </a:pPr>
            <a:r>
              <a:rPr lang="en-US" sz="1200" dirty="0"/>
              <a:t>Sales Financial Dataset</a:t>
            </a:r>
          </a:p>
          <a:p>
            <a:pPr marL="0" indent="0">
              <a:buNone/>
            </a:pPr>
            <a:r>
              <a:rPr lang="en-IN" sz="1400" b="1" dirty="0"/>
              <a:t>Dashboard Features</a:t>
            </a:r>
          </a:p>
          <a:p>
            <a:pPr marL="0" indent="0">
              <a:buNone/>
            </a:pPr>
            <a:r>
              <a:rPr lang="en-IN" sz="1200" dirty="0"/>
              <a:t>KPI Cards</a:t>
            </a:r>
          </a:p>
          <a:p>
            <a:pPr marL="0" indent="0">
              <a:buNone/>
            </a:pPr>
            <a:r>
              <a:rPr lang="en-IN" sz="1200" dirty="0"/>
              <a:t>Interactive Slicers</a:t>
            </a:r>
          </a:p>
          <a:p>
            <a:pPr marL="0" indent="0">
              <a:buNone/>
            </a:pPr>
            <a:r>
              <a:rPr lang="en-IN" sz="1200" dirty="0"/>
              <a:t>Time-Series Analysis</a:t>
            </a:r>
          </a:p>
          <a:p>
            <a:pPr marL="0" indent="0">
              <a:buNone/>
            </a:pPr>
            <a:r>
              <a:rPr lang="en-IN" sz="1200" dirty="0"/>
              <a:t>Product Analysis</a:t>
            </a:r>
          </a:p>
          <a:p>
            <a:pPr marL="0" indent="0">
              <a:buNone/>
            </a:pPr>
            <a:r>
              <a:rPr lang="en-IN" sz="1200" dirty="0"/>
              <a:t>Department Analysis</a:t>
            </a:r>
          </a:p>
          <a:p>
            <a:pPr marL="0" indent="0">
              <a:buNone/>
            </a:pPr>
            <a:r>
              <a:rPr lang="en-IN" sz="1200" dirty="0"/>
              <a:t>Customer Segment Analysis</a:t>
            </a:r>
          </a:p>
          <a:p>
            <a:pPr marL="0" indent="0">
              <a:buNone/>
            </a:pPr>
            <a:r>
              <a:rPr lang="en-IN" sz="1200" dirty="0"/>
              <a:t>Sales vs Budget Analysis</a:t>
            </a:r>
          </a:p>
          <a:p>
            <a:pPr marL="0" indent="0">
              <a:buNone/>
            </a:pPr>
            <a:r>
              <a:rPr lang="en-IN" sz="1200" dirty="0"/>
              <a:t>Monthly Growth Analysis</a:t>
            </a:r>
          </a:p>
          <a:p>
            <a:pPr marL="0" indent="0">
              <a:buNone/>
            </a:pPr>
            <a:r>
              <a:rPr lang="en-IN" sz="1200" dirty="0"/>
              <a:t>Interactive Filtering</a:t>
            </a:r>
          </a:p>
          <a:p>
            <a:pPr marL="0" indent="0">
              <a:buNone/>
            </a:pPr>
            <a:r>
              <a:rPr lang="en-US" sz="1400" b="1" dirty="0"/>
              <a:t>Conclusion</a:t>
            </a:r>
          </a:p>
          <a:p>
            <a:pPr marL="0" indent="0" algn="just">
              <a:buNone/>
            </a:pPr>
            <a:r>
              <a:rPr lang="en-US" sz="1200" dirty="0"/>
              <a:t>The Sales &amp; Financial Performance Dashboard provides stakeholders with an interactive and comprehensive view of business performance. It enables users to monitor important KPIs, evaluate budget achievement, analyze sales trends, identify high-performing products, and understand customer segment performance for better business decision-making.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94569798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</TotalTime>
  <Words>431</Words>
  <Application>Microsoft Office PowerPoint</Application>
  <PresentationFormat>Widescreen</PresentationFormat>
  <Paragraphs>68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Sales &amp; Financial Performance Dashboard</vt:lpstr>
      <vt:lpstr>Project Objective</vt:lpstr>
      <vt:lpstr>PowerPoint Presentation</vt:lpstr>
      <vt:lpstr>Key Performance Indicators</vt:lpstr>
      <vt:lpstr>Key Business Insights</vt:lpstr>
      <vt:lpstr>Tools, Dashboard Features &amp;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Nitesh Prajapati</dc:creator>
  <cp:lastModifiedBy>Nitesh Prajapati</cp:lastModifiedBy>
  <cp:revision>7</cp:revision>
  <dcterms:created xsi:type="dcterms:W3CDTF">2026-09-04T02:55:20Z</dcterms:created>
  <dcterms:modified xsi:type="dcterms:W3CDTF">2026-09-04T03:35:15Z</dcterms:modified>
</cp:coreProperties>
</file>